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01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Parking Assistant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LangGraph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371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stages unified into one graph-based multi-agent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Stage 4?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stages worked. Stage 4 makes them work together — one graph, one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49240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30552"/>
            <a:ext cx="731520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130552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Q&amp;A via RAG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130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130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130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2130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478024"/>
            <a:ext cx="7315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478024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collection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478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478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478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478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825496"/>
            <a:ext cx="731520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2825496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825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2825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2825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825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172968"/>
            <a:ext cx="7315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FastAPI 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172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172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172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3172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520440"/>
            <a:ext cx="731520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3520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520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520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86600" y="3520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3867912"/>
            <a:ext cx="7315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008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80560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86600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" y="4215384"/>
            <a:ext cx="731520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" y="4215384"/>
            <a:ext cx="3840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0560" y="42153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49240" y="42153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0" y="42153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42153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LangGraph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defines nodes and edges — the graph decides what runs next based on the current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86200" y="1664208"/>
            <a:ext cx="1371600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86200" y="16642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20482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32918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user_interaction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reservation collection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761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booking?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035808"/>
            <a:ext cx="3291840" cy="47548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0" y="30358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admin_approval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081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agent notifies 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511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approved?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3785616"/>
            <a:ext cx="32918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0" y="37856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83133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writes to file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426110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4462272"/>
            <a:ext cx="1371600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86200" y="44622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1272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8770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notify user → END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 defines the SystemState and imports from all three agent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6192641" cy="270675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orchestrator-code.png]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4735" y="4572000"/>
            <a:ext cx="786384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7615" y="4572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   ·   SystemState tracks user_input, intent, response, reservation_status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B5067A-83D6-A529-637B-8D6A9E84C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1664208"/>
            <a:ext cx="6192640" cy="27067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6751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sends a message via Streamlit 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3677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667512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LangGraph routes to user_interaction node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8105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1810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157984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6675120" cy="40233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27685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Booking complete → routed to admin_approval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233172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5236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679192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798064"/>
            <a:ext cx="6675120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279806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Admin approves via admin panel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285292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52360" y="2852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200400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319272"/>
            <a:ext cx="667512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319272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Routed to mcp_processing node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374136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52360" y="3374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721608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6675120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" y="384048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MCP server writes to approved_reservations.txt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3895344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52360" y="3895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24281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361688"/>
            <a:ext cx="667512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2960" y="436168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User notified — reservation confirmed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working end-to-end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orchestration-flow.png]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040154"/>
            <a:ext cx="502920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6097" y="298529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POST /process_reservation  →  200 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170432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8347" y="3898781"/>
            <a:ext cx="292608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52160" y="3898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approved_reservations.txt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7381" y="4483447"/>
            <a:ext cx="6137181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3011" y="45399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format:   Name  |  Car Number  |  Reservation Period  |  Approval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3011" y="4810945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sampurna yanda  |  OD123456  |  2026-07-01  |  2026-05-12 04:45:57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7F1BE6-2CC6-EC42-D204-2FEBBFA7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801"/>
          <a:stretch>
            <a:fillRect/>
          </a:stretch>
        </p:blipFill>
        <p:spPr>
          <a:xfrm>
            <a:off x="365760" y="1115568"/>
            <a:ext cx="5243857" cy="18805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AF4504-E5DD-4F59-4306-4C1ED47A5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53344"/>
            <a:ext cx="5566540" cy="941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tests per module. Run all with  "pytest -v"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test_chatbot.py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751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test_info_query   ·   test_guardrail   ·   test_status_query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responses, guardrail blocking, status queries.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7863840" cy="685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487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test_mcp.py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7523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test_mcp_processing   ·   test_mcp_response_message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processing and response format.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test_orchestrator.py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29184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0" y="32918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52958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test_orchestrator_rag_flow   ·   test_orchestrator_status_flow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routing and full pipeline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3068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test_reservation_start   ·   test_reservation_flow   ·   test_reservation_datetime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48056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conversation and DB write operations.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pytest-results.png]   →   10 passed  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 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7899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stages built, tested, and integrated.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55648"/>
            <a:ext cx="7955280" cy="621792"/>
          </a:xfrm>
          <a:prstGeom prst="rect">
            <a:avLst/>
          </a:prstGeom>
          <a:solidFill>
            <a:srgbClr val="0D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8105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RAG · Guardrails · Streamlit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505456"/>
            <a:ext cx="7955280" cy="621792"/>
          </a:xfrm>
          <a:prstGeom prst="rect">
            <a:avLst/>
          </a:prstGeom>
          <a:solidFill>
            <a:srgbClr val="0D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505456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560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560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· HITL agent · SQLite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55264"/>
            <a:ext cx="7955280" cy="621792"/>
          </a:xfrm>
          <a:prstGeom prst="rect">
            <a:avLst/>
          </a:prstGeom>
          <a:solidFill>
            <a:srgbClr val="0D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255264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Microservice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02736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Token auth · File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05072"/>
            <a:ext cx="7955280" cy="621792"/>
          </a:xfrm>
          <a:prstGeom prst="rect">
            <a:avLst/>
          </a:prstGeom>
          <a:solidFill>
            <a:srgbClr val="0D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005072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4059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52544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graph · Multi-agent pipeline · Integration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8280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github.com/sampurna-yanda/parking-rag-chatbot  ·  branch: stage-4-langgraph-orchestration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Sampurna Yanda</cp:lastModifiedBy>
  <cp:revision>2</cp:revision>
  <dcterms:created xsi:type="dcterms:W3CDTF">2026-05-19T05:08:00Z</dcterms:created>
  <dcterms:modified xsi:type="dcterms:W3CDTF">2026-05-19T05:16:52Z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2026-05-19T05:16:36Z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a3650e64-05c8-43a6-b2b6-711a5fd245f5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