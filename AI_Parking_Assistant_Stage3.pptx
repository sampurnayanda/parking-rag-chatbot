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81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Parking Assistant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MCP Server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371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FastAPI microservice that processes and stores approved reservations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Stage 3?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&amp; 2 handled chatting and approval. Stage 3 makes the system production-ready with a real microservice.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60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2120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736092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Q&amp;A via RAG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130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2130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130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478024"/>
            <a:ext cx="7360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478024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collection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4780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4780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4780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25496"/>
            <a:ext cx="736092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825496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2825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825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8254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172968"/>
            <a:ext cx="7360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FastAPI server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31729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1729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31729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736092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file 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3520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520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5204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3867912"/>
            <a:ext cx="7360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3867912"/>
            <a:ext cx="3657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authentication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3867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3867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38679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system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stages, three components, one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0" y="1664208"/>
            <a:ext cx="5029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45920" y="1664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UI  (Streamlit)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737360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12280" y="173736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212140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258568"/>
            <a:ext cx="5029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45920" y="2258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Chatbot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2331720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12280" y="233172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71576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2852928"/>
            <a:ext cx="50292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45920" y="2852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HITL 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2926080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12280" y="292608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1012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0" y="3447288"/>
            <a:ext cx="5029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645920" y="3447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FastAPI Server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3520440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12280" y="35204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9044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4041648"/>
            <a:ext cx="50292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45920" y="40416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approved_reservations.txt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12280" y="4114800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12280" y="41148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MCP server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reservation in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agent calls mcp_client.send_to_mcp()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POST /process_reservation + Bearer token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10896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token → 200 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writes entry to approved_reservations.txt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77240" y="42976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notified: reservation confirmed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8646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3–5 are new in Stage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7654" y="968389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running on port 8000. The POST 200 OK confirms a reservation was successfully processed.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mcp-terminal-logs.png]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645152"/>
            <a:ext cx="78638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6451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/process_reservation?token=secure_mcp_token  HTTP/1.1  -&gt;  200 OK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6358F1-BE8B-3A8E-7D90-AD1C3763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879" b="-1010"/>
          <a:stretch>
            <a:fillRect/>
          </a:stretch>
        </p:blipFill>
        <p:spPr>
          <a:xfrm>
            <a:off x="640080" y="1737360"/>
            <a:ext cx="7912249" cy="2770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file storage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reservation is written to file in a structured format.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786384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  Name  |  Car Number  |  Reservation Period  |  Approval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78638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approved-reservations.png]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822192"/>
            <a:ext cx="786384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 sampurna yanda  |  OD123456  |  2026-07-01  |  2026-05-12 04:45:57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462272"/>
            <a:ext cx="25146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462272"/>
            <a:ext cx="25146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4462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approval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4462272"/>
            <a:ext cx="25146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44622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format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FCBE4D-9887-818A-2C1E-35B522C6B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7863840" cy="1490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rejects any request without a valid token before touching storage.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786384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/process_reservation?token=secure_mcp_token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200 OK  |  { "status": "success", "message": "Reservation processed and saved"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3192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/ missing token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/process_reservation  (no token)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401 Unauthorized  |  { "detail": "Invalid or missing authentication token"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.env — never hardcoded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pytest tests/test_chatbot.py tests/test_mcp.py tests/test_reservation.py -v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test_chatbot.py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test_info_query   ·   test_guardrail   ·   test_status_query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RAG responses, guardrail blocking, and reservation status queries.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test_mcp.py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980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test_mcp_processing   ·   test_mcp_response_message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278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MCP server processes reservations and returns the correct response.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621024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9684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test_reservation_start   ·   test_reservation_flow   ·   test_reservation_datetime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2153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full booking conversation flow and DB write operations.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78638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6451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pytest-results.png]   -&gt;   8 passed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On-screen Show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Sampurna Yanda</cp:lastModifiedBy>
  <cp:revision>3</cp:revision>
  <dcterms:created xsi:type="dcterms:W3CDTF">2026-05-18T16:30:38Z</dcterms:created>
  <dcterms:modified xsi:type="dcterms:W3CDTF">2026-05-18T16:38:02Z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2026-05-18T16:37:46Z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9990d017-7c47-460a-9412-2f79ec619af5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