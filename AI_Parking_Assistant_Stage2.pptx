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27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Parking Assistant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Human-in-the-Loop Approval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13716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users to administrators for reservation approval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in Stage 2?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built the chatbot. Stage 2 adds a human in the loop — no reservation goes through without admin approval.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40664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30552"/>
            <a:ext cx="740664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130552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Q&amp;A via RAG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30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130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478024"/>
            <a:ext cx="7406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478024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collection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478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78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825496"/>
            <a:ext cx="740664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2825496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825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825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172968"/>
            <a:ext cx="7406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172968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31729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520440"/>
            <a:ext cx="740664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3520440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flow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520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520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867912"/>
            <a:ext cx="74066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3867912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status check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867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86791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215384"/>
            <a:ext cx="7406640" cy="34747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0080" y="4215384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UI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215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215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agents, one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347472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474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— User Chatbot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Answers parking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Collects reservation details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Applies guardrails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455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Sends reservation to Agent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621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Tells user: awaiting approval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069080" y="3154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3474720" cy="347472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0" y="1188720"/>
            <a:ext cx="347472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— Admin Agent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17190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Receives reservation from Agent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194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Sends request to administrator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6700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Waits for Approve / Reject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1455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Updates reservation status in DB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62102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Notifies user of outcome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68580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"book parking"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19656"/>
            <a:ext cx="68580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81965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collects details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276856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04872"/>
            <a:ext cx="68580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40487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PENDING in 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86207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685800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99008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notifies admin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447288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575304"/>
            <a:ext cx="68580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57530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Approve / Reject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032504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68580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41605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updated + user informed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sent to admin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user completes the booking, Agent 1 hands off to Agent 2 which immediately escalates to the admin.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6400800" cy="3108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reservation-escalated.png]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786384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chatbot confirms: "Reservation request sent to administrator for approval."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D5382D-4055-4383-86C2-0105E233A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53"/>
          <a:stretch>
            <a:fillRect/>
          </a:stretch>
        </p:blipFill>
        <p:spPr>
          <a:xfrm>
            <a:off x="1371600" y="1737360"/>
            <a:ext cx="6400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panel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administrator sees all pending reservations and can approve or reject each one with a single click.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93192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admin-panel.png]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3931920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admin-panel-empty.png]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62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reservation with Approve / Reject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462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 — no pending reservations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4773168"/>
            <a:ext cx="7863840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47731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shows: Reservation ID  ·  Name  ·  Car Number  ·  Date &amp; Time  ·  Status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00AF26-D105-EBF2-E1BC-6CC4BB88A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621" b="4999"/>
          <a:stretch>
            <a:fillRect/>
          </a:stretch>
        </p:blipFill>
        <p:spPr>
          <a:xfrm>
            <a:off x="4871612" y="1946938"/>
            <a:ext cx="3727639" cy="21724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455D03-1F62-950C-6D73-441880CF86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3910"/>
          <a:stretch>
            <a:fillRect/>
          </a:stretch>
        </p:blipFill>
        <p:spPr>
          <a:xfrm>
            <a:off x="640080" y="1945018"/>
            <a:ext cx="3614150" cy="2172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check their status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point, users can type "check status &lt;name&gt;" to see if their reservation was approved or rejected.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737360"/>
            <a:ext cx="5486400" cy="2560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status-check-approved.png]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4526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71600" y="4526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4526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0" y="4526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4526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0" y="45262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reservation statuses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523116E-833E-D858-F0B6-95B97B00C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843" y="1826654"/>
            <a:ext cx="4227965" cy="23817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786384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2 tests per module. Run with  "pytest -v"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786384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719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test_chatbot.py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test_info_query   ·   test_guardrail   ·   test_status_query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RAG responses, guardrail blocking, and reservation status queries.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633472"/>
            <a:ext cx="786384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0080" y="2633472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7066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9809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test_reservation_start   ·   test_reservation_flow   ·   test_reservation_datetime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2278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full booking conversation flow and DB write operations.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21024"/>
            <a:ext cx="786384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3621024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test_admin_agent.py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968496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test_admin_notification_sent   ·   test_approval_flow   ·   test_rejection_flow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2153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admin notification delivery and approve / reject status updates.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786384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64515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[screenshot: pytest-results.png]   →   6 passed  ✓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On-screen Show (16:9)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Sampurna Yanda</cp:lastModifiedBy>
  <cp:revision>2</cp:revision>
  <dcterms:created xsi:type="dcterms:W3CDTF">2026-05-18T06:06:35Z</dcterms:created>
  <dcterms:modified xsi:type="dcterms:W3CDTF">2026-05-18T06:13:25Z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2026-05-18T06:13:25Z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5c935c16-d61e-4689-8ff7-ad1b37e1dc44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