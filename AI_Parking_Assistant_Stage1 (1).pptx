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754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Parking Assistant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RAG Chatbot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2880360"/>
            <a:ext cx="13716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LangChain · Streamlit · Python 3.10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786384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that answers parking questions and takes reservations — using AI that only knows about parking.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514600" cy="242316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25146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04672" y="248716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944368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Prices, hours, facilities, EV charging — answered instantly from the knowledge base.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2331720"/>
            <a:ext cx="2514600" cy="242316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37560" y="2331720"/>
            <a:ext cx="25146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502152" y="248716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spot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02152" y="2944368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 walks you through name, car number, and date — step by step.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2331720"/>
            <a:ext cx="2514600" cy="242316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035040" y="2331720"/>
            <a:ext cx="25146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99632" y="248716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design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99632" y="2944368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block off-topic or unsafe prompts before they reach the AI.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786384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1463040" cy="11887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76072" y="210312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 question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65960" y="24231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68880" y="137160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688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48840" y="2057400"/>
            <a:ext cx="1463040" cy="11887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221992" y="210312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check 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24231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14800" y="137160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1148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94760" y="2057400"/>
            <a:ext cx="1463040" cy="11887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867912" y="210312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finds relevant info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57800" y="24231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60720" y="137160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7607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40680" y="2057400"/>
            <a:ext cx="1463040" cy="11887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513832" y="210312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the answer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24231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06640" y="137160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40664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086600" y="2057400"/>
            <a:ext cx="1463040" cy="11887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159752" y="210312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shown in UI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3520440"/>
            <a:ext cx="7863840" cy="68580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22960" y="356616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The AI only reads from  data/parking_info.txt  — it cannot make up information outside this file.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 parking spot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786384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type "book parking" and the bot guides you through everything.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4114800" cy="393192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3749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"book parking"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221992"/>
            <a:ext cx="4114800" cy="39319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2221992"/>
            <a:ext cx="3749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Bot: What's your name?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06624"/>
            <a:ext cx="4114800" cy="39319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2706624"/>
            <a:ext cx="3749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Bot: What's your surname?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191256"/>
            <a:ext cx="4114800" cy="39319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3191256"/>
            <a:ext cx="3749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Bot: What's your car number?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675888"/>
            <a:ext cx="4114800" cy="39319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3675888"/>
            <a:ext cx="3749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Bot: When would you like to park?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4114800" cy="393192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3749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Reservation saved to database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collected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20640" y="225856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0" y="21945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20640" y="285292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0" y="27889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Surname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20640" y="344728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0" y="33832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Number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20640" y="404164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0" y="39776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0" y="4572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SQLite (parking.db)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786384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84048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parking-rag-chatbot/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572768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app/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819656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chatbot.py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066544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reservation.py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313432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filter.py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rag_pipeline.py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2807208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init_db.py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3054096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data/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3300984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parking_info.txt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547872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tests/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3794760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test_chatbot.py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4041648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test_reservation.py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4288536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ui.py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0" y="1261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chatbot.py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15087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LangChain chatbot logic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reservation.py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9842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booking flow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2212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filter.py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45973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— blocks unsafe queries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0" y="26883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rag_pipeline.py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293522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info from knowledge base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4880" y="31638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parking_info.txt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41071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parking knowledge base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54880" y="3639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test_*.py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8862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automated test suite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5488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ui.py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43616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chat interface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786384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1170432"/>
            <a:ext cx="7863840" cy="361188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170432"/>
            <a:ext cx="7863840" cy="347472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8680" y="1298448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24712" y="129844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380744" y="129844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828800" y="1234440"/>
            <a:ext cx="50292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828800" y="123444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localhost:8501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0" y="1645920"/>
            <a:ext cx="320040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120640" y="16459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parking prices?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" y="2084832"/>
            <a:ext cx="320040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05840" y="208483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rate is $2/hr. Daily max is $15. Monthly passes are $120.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0" y="2523744"/>
            <a:ext cx="320040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20640" y="252374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 charging available?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4400" y="2962656"/>
            <a:ext cx="320040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05840" y="296265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EV charging stations are available on Level 2.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0" y="3401568"/>
            <a:ext cx="320040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120640" y="340156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parking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4400" y="3840480"/>
            <a:ext cx="320040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05840" y="38404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Sure! Let's get started. What's your name?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47731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  ·   Chat history   ·   Reservation workflow   ·   Clean interface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786384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tests with  "pytest -v"  — expected result: 4 passed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7863840" cy="960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test_chatbot.py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07568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test_parking_question_response   ·   test_context_only_answer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that the bot answers correctly from the knowledge base and doesn't make things up.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7863840" cy="960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test_reservation.py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17296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test_reservation_flow   ·   test_database_write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42900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through the booking flow and confirms the reservation is saved to the SQLite database.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7863840" cy="960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Guardrails (inline)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27024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test_unsafe_prompt_blocked   ·   test_offscope_query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452628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that blocked queries never reach the LLM.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2960" y="42519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pytest -v                                       4 passed in 1.23s  ✓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527</Words>
  <Application>Microsoft Office PowerPoint</Application>
  <PresentationFormat>On-screen Show (16:9)</PresentationFormat>
  <Paragraphs>97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Sampurna Yanda</cp:lastModifiedBy>
  <cp:revision>2</cp:revision>
  <dcterms:created xsi:type="dcterms:W3CDTF">2026-05-18T04:40:09Z</dcterms:created>
  <dcterms:modified xsi:type="dcterms:W3CDTF">2026-05-18T04:43:37Z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535040-0af2-483f-adc3-a132c21e3e2b_Enabled">
    <vt:lpwstr>true</vt:lpwstr>
  </property>
  <property fmtid="{D5CDD505-2E9C-101B-9397-08002B2CF9AE}" pid="3" name="MSIP_Label_2a535040-0af2-483f-adc3-a132c21e3e2b_SetDate">
    <vt:lpwstr>2026-05-18T04:43:36Z</vt:lpwstr>
  </property>
  <property fmtid="{D5CDD505-2E9C-101B-9397-08002B2CF9AE}" pid="4" name="MSIP_Label_2a535040-0af2-483f-adc3-a132c21e3e2b_Method">
    <vt:lpwstr>Standard</vt:lpwstr>
  </property>
  <property fmtid="{D5CDD505-2E9C-101B-9397-08002B2CF9AE}" pid="5" name="MSIP_Label_2a535040-0af2-483f-adc3-a132c21e3e2b_Name">
    <vt:lpwstr>EPAM_Confidential</vt:lpwstr>
  </property>
  <property fmtid="{D5CDD505-2E9C-101B-9397-08002B2CF9AE}" pid="6" name="MSIP_Label_2a535040-0af2-483f-adc3-a132c21e3e2b_SiteId">
    <vt:lpwstr>b41b72d0-4e9f-4c26-8a69-f949f367c91d</vt:lpwstr>
  </property>
  <property fmtid="{D5CDD505-2E9C-101B-9397-08002B2CF9AE}" pid="7" name="MSIP_Label_2a535040-0af2-483f-adc3-a132c21e3e2b_ActionId">
    <vt:lpwstr>75a793f8-c05f-4d5c-b02d-c359fa7fdf16</vt:lpwstr>
  </property>
  <property fmtid="{D5CDD505-2E9C-101B-9397-08002B2CF9AE}" pid="8" name="MSIP_Label_2a535040-0af2-483f-adc3-a132c21e3e2b_ContentBits">
    <vt:lpwstr>0</vt:lpwstr>
  </property>
  <property fmtid="{D5CDD505-2E9C-101B-9397-08002B2CF9AE}" pid="9" name="MSIP_Label_2a535040-0af2-483f-adc3-a132c21e3e2b_Tag">
    <vt:lpwstr>10, 3, 0, 1</vt:lpwstr>
  </property>
</Properties>
</file>